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Campus Transport Management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64592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 tracking  ·  AI stop assignment  ·  Geofencing  ·  Push alerts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|  B.Tech  CSE  | 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Problem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371600" cy="3200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73152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69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344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know where the bus is or when it will arrive.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38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stop assignment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get little help balancing load across the fleet.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73152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072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occupancy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081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on popular routes; other buses run under capacity.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73152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tools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9502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maps, and alerts often live in separate, hard-to-extend apps.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371600" cy="3200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3327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five autonomous agents that talk only through the database — no direct calls.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4592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00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GPS to the server only when the bus moves more than 10 metres.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22199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4028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arrivals and departures with PostGIS geofences (ST_DWithin).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1635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3464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stops to buses with a CSP solver (capacity + sequence constraints).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41071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2900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minimum-time paths with A* on a stop-based road graph.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00507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2336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77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buses on a CesiumJS 3D map and send FCM push alerts.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8412480" cy="1417320"/>
          </a:xfrm>
          <a:prstGeom prst="roundRect">
            <a:avLst>
              <a:gd name="adj" fmla="val 3871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984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Triggers · RLS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2984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driver / 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23444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2984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123444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2984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send-push → FCM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123444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2984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2–4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737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triggers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2331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RPC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331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E6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 (Flutter)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10896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service (10 m threshold)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CSP plan stops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A* path overlay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Headcount numpad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CesiumJS 3D map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6517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FDF6E9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  (Flutter)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10896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3D satellite 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Occupancy &amp; AI stop card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Load-balancing tips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Route subscriptions + FCM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algorithm simulation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Multi-Agent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agents. Each reacts only to database changes — none call each other.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8016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9844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→ bus_positions every 10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938528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5681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1892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1892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trigger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892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ST_DWithin → arrived / departed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596896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151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5511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25511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trigger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25511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boardings → current_occupancy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118104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5526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735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20954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00400" y="320954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Edge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32095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running_status → FCM push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776472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3913632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9319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38679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00400" y="38679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867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→ map + AI cards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slot picker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operating_slots for the route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 Stops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writes stop_assignments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Trip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row + GPS on/off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broadcast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81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only if moved &gt; 10 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on arrived → stop_boardings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overlay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87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next stop on Cesium 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0233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Guest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1572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 anonymous session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live 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075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 — no polling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details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578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 occupancy 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stop card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081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stops, NEXT highlighted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alt bus if &gt; 80% full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Simulation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087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A* step-by-step playback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AI Algorithms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86868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Estimation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14-day boarding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Recency weight (half-life 7 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Safety factor × 1.1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Fallback demand = 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Backtracking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Stops → variables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Buses → domains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MRV + least-loaded-first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Score: load + variance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86868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86868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Pathfinding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 = g + h (Haversine)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Chain + skip-one edges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Replan on &gt;150 m drift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Respects is_blocked edges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MACTMS  ·  Project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Conclusion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multi-agent campus bus platform: live GPS on a 3D map, automatic geofencing, occupancy tracking, CSP-based stop assignment, A* routing, and FCM alerts — all coordinated through Supabase without agents calling each other.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Assignment-aware geofencing (skip prompts for CSP-skipped stops)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Fuller road graph or self-hosted OSRM for better routing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Shared Dart package for AI code (end manual copy between apps)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Production FCM credentials and live blockage reporting 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MACTMS - Multi-Agent Campus Transport Management System</dc:title>
  <dc:subject>Project Presentation</dc:subject>
  <dc:creator>MACTMS Project Team</dc:creator>
  <cp:lastModifiedBy>MACTMS Project Team</cp:lastModifiedBy>
  <cp:revision>1</cp:revision>
  <dcterms:created xsi:type="dcterms:W3CDTF">2026-10-13T05:47:43Z</dcterms:created>
  <dcterms:modified xsi:type="dcterms:W3CDTF">2026-10-13T05:47:43Z</dcterms:modified>
</cp:coreProperties>
</file>